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97D"/>
                </a:solidFill>
              </a:rPr>
              <a:t>Al-Nouimiah School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Cycles 1, 2, 3 - Girls Section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</a:rPr>
              <a:t>Annex 3: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Skills Analysis and Student Classification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60320"/>
          <a:ext cx="8595360" cy="18288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Subject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Grade/Section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Skill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No. of Students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Proficient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Proficiency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Level 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Level 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Suggested Action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Academic Approval:          Name: ____________    Signature: ____________    Date: ____________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School Principal Approval:    Name: ____________    Signature: ____________    Date: ____________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97D"/>
                </a:solidFill>
              </a:rPr>
              <a:t>Al-Nouimiah School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Cycles 1, 2, 3 - Girls Section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</a:rPr>
              <a:t>Annex 3: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Skills Analysis and Student Classification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60320"/>
          <a:ext cx="8595360" cy="18288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Subject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Grade/Section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Skill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No. of Students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Proficient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Proficiency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Level 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Level 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Suggested Action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Academic Approval:          Name: ____________    Signature: ____________    Date: ____________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School Principal Approval:    Name: ____________    Signature: ____________    Date: ____________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2026-10-04T13:38:45Z</dcterms:created>
  <dcterms:modified xsi:type="dcterms:W3CDTF">2026-10-04T13:38:45Z</dcterms:modified>
</cp:coreProperties>
</file>