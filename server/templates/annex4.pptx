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97D"/>
                </a:solidFill>
              </a:rPr>
              <a:t>Al-Nouimiah School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Cycles 1, 2, 3 - Girls Section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</a:rPr>
              <a:t>Annex 4: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Intervention and Enrichment 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</a:rPr>
              <a:t>First Month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18288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 Skill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Category/Students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Responsible Person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Sessions &amp; Timing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Progress Indicator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Follow-up Decision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Academic Approval:          Name: ____________    Signature: ____________    Date: ____________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School Principal Approval:    Name: ____________    Signature: ____________    Date: ____________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97D"/>
                </a:solidFill>
              </a:rPr>
              <a:t>Al-Nouimiah School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Cycles 1, 2, 3 - Girls Section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</a:rPr>
              <a:t>Annex 4: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Intervention and Enrichment 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</a:rPr>
              <a:t>First Month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18288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Target Skill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Category/Students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Responsible Person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Sessions &amp; Timing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Progress Indicator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Follow-up Decision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Academic Approval:          Name: ____________    Signature: ____________    Date: ____________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School Principal Approval:    Name: ____________    Signature: ____________    Date: ____________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2026-10-04T13:38:45Z</dcterms:created>
  <dcterms:modified xsi:type="dcterms:W3CDTF">2026-10-04T13:38:45Z</dcterms:modified>
</cp:coreProperties>
</file>